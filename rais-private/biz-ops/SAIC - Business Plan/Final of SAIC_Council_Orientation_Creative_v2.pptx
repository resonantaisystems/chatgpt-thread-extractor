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meeting aligns our council — Trevor, Calen, Jason, and me — around the mission, structure, and relationship between SAIC and RAIS. SAIC leads with integrity, building a foundation for ethical, transparent AI.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RAIS operates commercially: building, licensing, and consulting. SAIC protects the civic dimension — ethics, education, and public trust. Keeping them separate ensures both can thrive without compromising each other.</a:t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SAIC exists to show AI can serve people responsibly. We’re not theorizing — we’re implementing ethical intelligence in real systems, ensuring every step is transparent and accountable.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director represents a pillar of trust: Trevor anchors technology, I handle operations, Calen ensures our message and aesthetic integrity, and Jason brings governance and community leadership. Together we form a balanced whole.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core programs define SAIC’s structure. Each connects to the next — research drives education, education drives community, and community informs policy advocacy. It’s a closed ethical loop of innovation and accountability.</a:t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first year is about credibility. Each quarter has measurable goals — by year’s end, SAIC will have tangible deliverables in every program area, proving that our model works in practice.</a:t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We’ll partner widely, but only with those aligned to our mission. Every collaboration undergoes ethical review by the council to prevent influence or compromise. We welcome cooperation — never control.</a:t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run on accountability, not hierarchy. Quarterly reviews, open logs, and shared responsibility ensure transparency. Consensus guides decisions — no one voice overrides the collective.</a:t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Year Three, SAIC should stand as a trusted model for ethical AI governance — sustained by grants, powered by community, and respected as a global voice in ethical technology.</a:t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credibility rests on integrity. SAIC isn’t just another AI initiative — it’s a trust in service of humanity. Every decision we make must outlast us and strengthen the ethical foundation we’re building.</a:t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20938a8b2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a20938a8b2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credibility rests on integrity. SAIC isn’t just another AI initiative — it’s a trust in service of humanity. Every decision we make must outlast us and strengthen the ethical foundation we’re building.</a:t>
            </a:r>
            <a:endParaRPr/>
          </a:p>
        </p:txBody>
      </p:sp>
      <p:sp>
        <p:nvSpPr>
          <p:cNvPr id="163" name="Google Shape;163;g3a20938a8b2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0938a8b2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a20938a8b2_0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credibility rests on integrity. SAIC isn’t just another AI initiative — it’s a trust in service of humanity. Every decision we make must outlast us and strengthen the ethical foundation we’re building.</a:t>
            </a:r>
            <a:endParaRPr/>
          </a:p>
        </p:txBody>
      </p:sp>
      <p:sp>
        <p:nvSpPr>
          <p:cNvPr id="171" name="Google Shape;171;g3a20938a8b2_0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20938a8b2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a20938a8b2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credibility rests on integrity. SAIC isn’t just another AI initiative — it’s a trust in service of humanity. Every decision we make must outlast us and strengthen the ethical foundation we’re building.</a:t>
            </a:r>
            <a:endParaRPr/>
          </a:p>
        </p:txBody>
      </p:sp>
      <p:sp>
        <p:nvSpPr>
          <p:cNvPr id="179" name="Google Shape;179;g3a20938a8b2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20938a8b2_0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a20938a8b2_0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credibility rests on integrity. SAIC isn’t just another AI initiative — it’s a trust in service of humanity. Every decision we make must outlast us and strengthen the ethical foundation we’re building.</a:t>
            </a:r>
            <a:endParaRPr/>
          </a:p>
        </p:txBody>
      </p:sp>
      <p:sp>
        <p:nvSpPr>
          <p:cNvPr id="187" name="Google Shape;187;g3a20938a8b2_0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Sovereign AI Collective (SAIC)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Council Alignment &amp; Strategic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Ethical • Transparent • Human-Centered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Two Entities?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1645920"/>
            <a:ext cx="77724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Resonant AI Systems (RAIS): Commercial innovation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Commercial enterprise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 development &amp; SaaS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Consulting &amp; licensing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Sovereign AI Collective (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SAIC): Ethical nonprofit mission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Nonprofit, public-benefit mission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Education, ethics, governance, advocacy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transparency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Clear boundaries preserve integrity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Shared Purpose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14400" y="1645920"/>
            <a:ext cx="7772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 ethical, sovereign AI for the public good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Promote open research and education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Empower communities to co-govern AI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Council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914400" y="1645920"/>
            <a:ext cx="7772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Trevor –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Director &amp; Technical Architect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Erin –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 of Business &amp; Strategic Operations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Calen –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Coordinator &amp; Creative Director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Jason –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 of Community &amp; Governance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Program Framework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Open-Source AI Research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Ethics Education &amp; Curriculum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Governance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Policy Advocacy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Year-One Focus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Q1: Incorporation &amp; Foundation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Q2: Pilot Launches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Q3: Partnerships &amp; Expansion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Q4: Impact Report &amp; Summit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Partnership &amp; Integrity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914400" y="1645920"/>
            <a:ext cx="7772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Mission-aligned collaboration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 with universities &amp; other nonprofits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Ethical review for all partnerships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Transparency over influence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Council Operates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Quarterly governance meetings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Program-specific 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Transparent documentation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Consensus-driven decisions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 Vision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914400" y="1645920"/>
            <a:ext cx="77724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 3 Goals: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Established ethics authority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Sustainable operations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Recognized educational resource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network of community chapters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Certifications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2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731520" y="548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Integrity as Our Legacy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SAIC is a civic trust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work outlasts 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decision reflects our values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731520" y="548640"/>
            <a:ext cx="822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Acknowledgment &amp; Appreciation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914400" y="1645920"/>
            <a:ext cx="77724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Calen — Creative Direction &amp; Design Integrity</a:t>
            </a:r>
            <a:b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Jason — Community &amp; Governance Development</a:t>
            </a:r>
            <a:b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“Every advance we’ve made in SAIC’s mission is grounded in their effort and insight.”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731520" y="548640"/>
            <a:ext cx="822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Refining Our Operational Structure</a:t>
            </a:r>
            <a:endParaRPr/>
          </a:p>
        </p:txBody>
      </p:sp>
      <p:sp>
        <p:nvSpPr>
          <p:cNvPr id="175" name="Google Shape;175;p24"/>
          <p:cNvSpPr txBox="1"/>
          <p:nvPr/>
        </p:nvSpPr>
        <p:spPr>
          <a:xfrm>
            <a:off x="914400" y="1645920"/>
            <a:ext cx="7772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Resonant AI Systems LLC → Technology Stewardship &amp; Infrastructure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Sovereign AI Collective (SAIC) → Ethics, Education &amp; Public Benefit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Entity → Commercial SaaS Development — The One Who Stays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731520" y="548640"/>
            <a:ext cx="822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One Who Stays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914400" y="1645920"/>
            <a:ext cx="77724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sovereign communication platform for wellness &amp; continuity</a:t>
            </a:r>
            <a:b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on Resonant AI technology</a:t>
            </a:r>
            <a:b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Operated by the four founders</a:t>
            </a:r>
            <a:b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Mission: “To make presence and care scalable through ethical AI.”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6" title="ppx_Template.png"/>
          <p:cNvPicPr preferRelativeResize="0"/>
          <p:nvPr/>
        </p:nvPicPr>
        <p:blipFill rotWithShape="1">
          <a:blip r:embed="rId3">
            <a:alphaModFix/>
          </a:blip>
          <a:srcRect b="0" l="3121" r="3131" t="0"/>
          <a:stretch/>
        </p:blipFill>
        <p:spPr>
          <a:xfrm>
            <a:off x="0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731520" y="548640"/>
            <a:ext cx="822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Vision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914400" y="1645920"/>
            <a:ext cx="7772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SAIC — Ethical Foundation (nonprofit)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Resonant AI Systems LLC — Infrastructure &amp; IP Stewardship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One Who Stays, Inc. — Commercial SaaS Platform</a:t>
            </a:r>
            <a:b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(Example name)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6" title="SAIC_RAISOOWS_Structure_Diagram_v4_SAICColor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363" y="3369725"/>
            <a:ext cx="5247273" cy="31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